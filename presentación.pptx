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4" autoAdjust="0"/>
    <p:restoredTop sz="94660"/>
  </p:normalViewPr>
  <p:slideViewPr>
    <p:cSldViewPr snapToGrid="0">
      <p:cViewPr varScale="1">
        <p:scale>
          <a:sx n="82" d="100"/>
          <a:sy n="82" d="100"/>
        </p:scale>
        <p:origin x="48" y="17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C140E1-4693-0CC2-B7A5-4023ABC745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9FEF8E3-49FE-F8B8-DA46-663478A8CA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2DC83EA-7FA0-95F0-420A-8C9345F47E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7B262-90C5-4031-A80F-6B75516A1E54}" type="datetimeFigureOut">
              <a:rPr lang="es-ES" smtClean="0"/>
              <a:t>28/01/2026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5EF40CC-2C9D-01BD-FE77-CD1B429EF7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5337615-F9DC-E2C0-469B-8F4BD7CE1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0B051-3764-49F6-9773-8A4A2265465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829077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F0D1D2-B728-9846-477F-1D4A1C530A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7E17EC7-E149-D4ED-9749-D8E8F0E6EC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E056D38-9ABA-C8BD-C10F-5C1F1E8163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7B262-90C5-4031-A80F-6B75516A1E54}" type="datetimeFigureOut">
              <a:rPr lang="es-ES" smtClean="0"/>
              <a:t>28/01/2026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FFF974E-82D3-76F7-E57C-2D7EE2D3F6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0B808A7-07F2-C399-CDE0-48F0E7370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0B051-3764-49F6-9773-8A4A2265465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201371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AC2C19-7DE2-48E6-E4A0-807B8AB1DB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1707FA9-DB48-A6F7-CFF2-302B75C3C1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9A1E47D-32D4-E92E-0C7B-EFB6E5DEE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7B262-90C5-4031-A80F-6B75516A1E54}" type="datetimeFigureOut">
              <a:rPr lang="es-ES" smtClean="0"/>
              <a:t>28/01/2026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81EC1ED-11AF-F87E-2F24-338D8DB93E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12A7C28-AB8D-7660-E939-A8AE2EC99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0B051-3764-49F6-9773-8A4A2265465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557223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E16315-3A79-F1CD-49AE-6FDC6FA89A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37E2BBB-A874-9A2C-8ADE-36EE3566BC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810C5F6-A8B0-853C-B107-3EE99BAC55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C4DBA08-131A-1023-AD80-7C07DB1D63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7B262-90C5-4031-A80F-6B75516A1E54}" type="datetimeFigureOut">
              <a:rPr lang="es-ES" smtClean="0"/>
              <a:t>28/01/2026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F181A39-EA26-59AC-2188-044DC3943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5045DC8-67F6-CFC2-8B93-8756D532E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0B051-3764-49F6-9773-8A4A2265465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650644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FC6298-CCF7-75EE-0542-4A4BEEEECF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0271B14-2F9B-0AD5-4192-3870369B8D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63FBB58-74E6-DF4A-E1B5-2030D29C58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E5BE8411-D4D1-8E47-9465-19A951E124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193B4372-2178-7B87-AB8D-4BCFAC247E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2DBD2442-BF2C-8641-8813-1D615E57E9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7B262-90C5-4031-A80F-6B75516A1E54}" type="datetimeFigureOut">
              <a:rPr lang="es-ES" smtClean="0"/>
              <a:t>28/01/2026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DDCB7467-D0AF-43EA-FA60-91718EB04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58B7D135-E218-A9AF-6E92-40953202F5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0B051-3764-49F6-9773-8A4A2265465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242008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FF0CEC-A1E5-67A9-AC61-D112B440EE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6C6ED3D-6BC4-0117-961D-9E99F1E35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7B262-90C5-4031-A80F-6B75516A1E54}" type="datetimeFigureOut">
              <a:rPr lang="es-ES" smtClean="0"/>
              <a:t>28/01/2026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9D4FDEF-0250-C407-2697-9C3887189D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147EFC7-0644-F518-253F-8DF4FA29F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0B051-3764-49F6-9773-8A4A2265465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74081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C55D3648-28BB-8B6E-7C4C-FF8CF3826A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7B262-90C5-4031-A80F-6B75516A1E54}" type="datetimeFigureOut">
              <a:rPr lang="es-ES" smtClean="0"/>
              <a:t>28/01/2026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426E33B-E3FE-5203-1025-A1FA4F0F9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0CB413B-5009-A0EA-2E32-2326E6045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0B051-3764-49F6-9773-8A4A2265465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183446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A841F9-3C70-6C45-5B6C-D28EDF71CA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07536A-42CA-88CD-F2E8-616C82840D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B771AD8-6AFC-0EF9-0141-231B4403CE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536FED6-FFF2-8524-4CF1-162D4C796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7B262-90C5-4031-A80F-6B75516A1E54}" type="datetimeFigureOut">
              <a:rPr lang="es-ES" smtClean="0"/>
              <a:t>28/01/2026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BE95B12-153A-2C51-A585-17564069D4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4D5C33F-2C17-B856-6F4C-F92F0A735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0B051-3764-49F6-9773-8A4A2265465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02868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7E8DB6-0914-B3E9-C19E-F3169F76DF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18080072-1E9D-A247-9DE7-FC88D4E817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227D0DC-7CE0-BA47-5E92-5B3890968A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8512DF3-1741-79B6-71DD-75732948E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7B262-90C5-4031-A80F-6B75516A1E54}" type="datetimeFigureOut">
              <a:rPr lang="es-ES" smtClean="0"/>
              <a:t>28/01/2026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7157A9B-3913-644D-5B4F-4F60985357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02FB3D2-11A2-40BF-A818-94A98F3DD7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0B051-3764-49F6-9773-8A4A2265465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507288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5D6724-5438-F41A-F03C-8B05E3059D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F06938A-24B1-F4E6-B46D-B7BE0E5C4D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DCFD9F5-BC36-FE45-AD04-51C7801C18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7B262-90C5-4031-A80F-6B75516A1E54}" type="datetimeFigureOut">
              <a:rPr lang="es-ES" smtClean="0"/>
              <a:t>28/01/2026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2A1C5B5-33DB-068C-3682-79F7123FC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A2B32B9-2949-CF9D-C636-D155E0CC9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0B051-3764-49F6-9773-8A4A2265465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436010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0D6B33F-916B-03F7-FEBF-771C3665DF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610426A-6A63-E735-0D3D-BEB2235ADF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1C8E470-59FD-9618-AC85-5EBA035D48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7B262-90C5-4031-A80F-6B75516A1E54}" type="datetimeFigureOut">
              <a:rPr lang="es-ES" smtClean="0"/>
              <a:t>28/01/2026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1FAB794-42A4-5F4D-3AD7-80790A250C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A16628A-2681-BFF4-8A53-FBB24DA2E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0B051-3764-49F6-9773-8A4A2265465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167504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B21717BD-C27B-22DA-CE7D-6BB30B4EED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DAF8D8D-5832-69DD-1BA9-23B4C67A0B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A34F0B7-CC1F-2E25-5F90-D19C2B5167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77B262-90C5-4031-A80F-6B75516A1E54}" type="datetimeFigureOut">
              <a:rPr lang="es-ES" smtClean="0"/>
              <a:t>28/01/2026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44FBBD9-70E8-7E71-9963-C34C44A0E5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0CE8696-BEC5-03D0-2922-A250C97F0E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A0B051-3764-49F6-9773-8A4A2265465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416937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904E83-13E5-7838-778D-ADECC3F214F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/>
              <a:t>Práctica para </a:t>
            </a:r>
            <a:r>
              <a:rPr lang="es-ES" dirty="0" err="1"/>
              <a:t>LLMs</a:t>
            </a:r>
            <a:endParaRPr lang="es-ES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0336801-5F32-9A47-FE4B-B2E04999401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183688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60E443-90D7-7109-F4B0-94E3C5B6F3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1: Definición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A2F517A-B49B-78FC-4CB9-15B7BDDFFC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Caso de uso:</a:t>
            </a:r>
          </a:p>
          <a:p>
            <a:pPr lvl="1"/>
            <a:r>
              <a:rPr lang="es-ES" dirty="0"/>
              <a:t>La idea es crear un LLM adaptado a la enseñanza del inglés básico. Para esta prueba, vamos a intentar que el foco esté en dos contenidos, que son, vocabulario y tiempo verbal, contando con la posibilidad de aumentar este enfoque a las 4 </a:t>
            </a:r>
            <a:r>
              <a:rPr lang="es-ES" dirty="0" err="1"/>
              <a:t>skills</a:t>
            </a:r>
            <a:r>
              <a:rPr lang="es-ES" dirty="0"/>
              <a:t> (Reading, </a:t>
            </a:r>
            <a:r>
              <a:rPr lang="es-ES" dirty="0" err="1"/>
              <a:t>Writing</a:t>
            </a:r>
            <a:r>
              <a:rPr lang="es-ES" dirty="0"/>
              <a:t>, </a:t>
            </a:r>
            <a:r>
              <a:rPr lang="es-ES" dirty="0" err="1"/>
              <a:t>Speaking</a:t>
            </a:r>
            <a:r>
              <a:rPr lang="es-ES" dirty="0"/>
              <a:t> y </a:t>
            </a:r>
            <a:r>
              <a:rPr lang="es-ES" dirty="0" err="1"/>
              <a:t>Listening</a:t>
            </a:r>
            <a:r>
              <a:rPr lang="es-ES" dirty="0"/>
              <a:t>)</a:t>
            </a:r>
          </a:p>
          <a:p>
            <a:r>
              <a:rPr lang="es-ES" dirty="0"/>
              <a:t>Usuarios:</a:t>
            </a:r>
          </a:p>
          <a:p>
            <a:pPr lvl="1"/>
            <a:r>
              <a:rPr lang="es-ES" dirty="0"/>
              <a:t>Principalmente profesorado</a:t>
            </a:r>
          </a:p>
          <a:p>
            <a:pPr lvl="1"/>
            <a:r>
              <a:rPr lang="es-ES" dirty="0"/>
              <a:t>De manera secundaria, alumnado de FP que quiera repasar en su casa con ejercicios nuevos </a:t>
            </a:r>
          </a:p>
        </p:txBody>
      </p:sp>
    </p:spTree>
    <p:extLst>
      <p:ext uri="{BB962C8B-B14F-4D97-AF65-F5344CB8AC3E}">
        <p14:creationId xmlns:p14="http://schemas.microsoft.com/office/powerpoint/2010/main" val="4370263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60E443-90D7-7109-F4B0-94E3C5B6F3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1: Definición (II)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A2F517A-B49B-78FC-4CB9-15B7BDDFFC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Problema:</a:t>
            </a:r>
          </a:p>
          <a:p>
            <a:pPr lvl="1"/>
            <a:r>
              <a:rPr lang="es-ES" dirty="0"/>
              <a:t>Los </a:t>
            </a:r>
            <a:r>
              <a:rPr lang="es-ES" dirty="0" err="1"/>
              <a:t>LLMs</a:t>
            </a:r>
            <a:r>
              <a:rPr lang="es-ES" dirty="0"/>
              <a:t> genéricos no son capaces de adaptarse a una metodología didáctica ni al nivel de FP </a:t>
            </a:r>
          </a:p>
          <a:p>
            <a:r>
              <a:rPr lang="es-ES" dirty="0"/>
              <a:t>Coste y alcance: </a:t>
            </a:r>
          </a:p>
          <a:p>
            <a:pPr lvl="1"/>
            <a:r>
              <a:rPr lang="es-ES" dirty="0"/>
              <a:t>Vamos a utilizar un modelo open-</a:t>
            </a:r>
            <a:r>
              <a:rPr lang="es-ES" dirty="0" err="1"/>
              <a:t>source</a:t>
            </a:r>
            <a:r>
              <a:rPr lang="es-ES" dirty="0"/>
              <a:t> para esta práctica, sacado de la web </a:t>
            </a:r>
            <a:r>
              <a:rPr lang="es-ES" dirty="0" err="1"/>
              <a:t>openrouter</a:t>
            </a:r>
            <a:endParaRPr lang="es-ES" dirty="0"/>
          </a:p>
          <a:p>
            <a:r>
              <a:rPr lang="es-ES" dirty="0"/>
              <a:t>Ética:</a:t>
            </a:r>
          </a:p>
          <a:p>
            <a:pPr lvl="1"/>
            <a:r>
              <a:rPr lang="es-ES" dirty="0"/>
              <a:t>Estos ejercicios podrán ser utilizados como examen SIEMPRE QUE el profesor repase estos ejercicios antes, nunca jamás se podrá utilizar una hoja de ejercicios para evaluar a un alumno sin pasar antes una revisión humana</a:t>
            </a:r>
          </a:p>
        </p:txBody>
      </p:sp>
    </p:spTree>
    <p:extLst>
      <p:ext uri="{BB962C8B-B14F-4D97-AF65-F5344CB8AC3E}">
        <p14:creationId xmlns:p14="http://schemas.microsoft.com/office/powerpoint/2010/main" val="12103924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E764CF-9214-9261-A58B-6CF319AF3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Modelo: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9141CD2-CB8C-5653-9DE8-65FC828788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Después de revisar distintas opciones, hemos decidido usar el modelo Mistral 7B </a:t>
            </a:r>
            <a:r>
              <a:rPr lang="es-ES" dirty="0" err="1"/>
              <a:t>instruct</a:t>
            </a:r>
            <a:r>
              <a:rPr lang="es-ES" dirty="0"/>
              <a:t>. Hemos comparado usando un LLM 3 modelos distintos, y hemos visto que Mistral 7B funciona mejor que otros modelos gratuitos gracias a sus capacidades para razonar y su capacidad de razonamiento 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7FC74F47-EF28-46F2-F6FF-1AA8FD593E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9333" y="4213790"/>
            <a:ext cx="8453333" cy="2279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9515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F6009B-7101-495E-7B54-9F72FEC9F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F079AFB-1A92-B7E5-DCC5-9CF71705DA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2347203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219</Words>
  <Application>Microsoft Office PowerPoint</Application>
  <PresentationFormat>Panorámica</PresentationFormat>
  <Paragraphs>16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Tema de Office</vt:lpstr>
      <vt:lpstr>Práctica para LLMs</vt:lpstr>
      <vt:lpstr>1: Definición</vt:lpstr>
      <vt:lpstr>1: Definición (II)</vt:lpstr>
      <vt:lpstr>Modelo: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Ruben Cerezo</dc:creator>
  <cp:lastModifiedBy>Ruben Cerezo</cp:lastModifiedBy>
  <cp:revision>1</cp:revision>
  <dcterms:created xsi:type="dcterms:W3CDTF">2026-01-28T11:57:18Z</dcterms:created>
  <dcterms:modified xsi:type="dcterms:W3CDTF">2026-01-28T11:57:39Z</dcterms:modified>
</cp:coreProperties>
</file>